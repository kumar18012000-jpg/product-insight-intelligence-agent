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01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3455977/search_images/249a815478a94335ef955cf1f07326943ea76c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43000"/>
            <a:ext cx="361950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834390"/>
            <a:ext cx="38481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(E-Commerce)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885950"/>
            <a:ext cx="3543300" cy="230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reviews across Amazon, Flipkart, Snapdeal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sentiment 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issues buried in 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analysis takes hours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fixes → lower customer satisfaction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731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Review Insight Agent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56762" y="2901315"/>
            <a:ext cx="54303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Review Analysis &amp; Automated Action Alerts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4352" y="3526155"/>
            <a:ext cx="29352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IBM watsonx Orchestrate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3557226/search_images/f12ac34fa434e84b390e7e3eeae02c6c051396f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939" y="1249681"/>
            <a:ext cx="4972132" cy="20776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49681"/>
            <a:ext cx="289714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sentiment &amp; issue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Strengths/Issues tables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comparison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health scoring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email alerts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customer reviews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strengths &amp; issues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sentiment 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risk levels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Email Summary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3090846/search_images/107c78f0aa757d3c6d3618275a1867bdef59645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143000"/>
            <a:ext cx="361950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6300" y="1405890"/>
            <a:ext cx="392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91100" y="2045970"/>
            <a:ext cx="35433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customer experience → high returns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reviews reduce sales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lack insight prioritization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trust impacted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2981400/search_images/3506ca6bbb568230aca705386b5331fa51dcf8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1501141"/>
            <a:ext cx="571500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tables mandatory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thresholds applied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provided text used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Email Summary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Gmail Connector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51043" y="3188677"/>
            <a:ext cx="2140634" cy="34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IBM watsonx Orchestrate</a:t>
            </a:r>
          </a:p>
        </p:txBody>
      </p:sp>
      <p:pic>
        <p:nvPicPr>
          <p:cNvPr id="1026" name="Picture 2" descr="IBM Watson missed the AI revolution ...">
            <a:extLst>
              <a:ext uri="{FF2B5EF4-FFF2-40B4-BE49-F238E27FC236}">
                <a16:creationId xmlns:a16="http://schemas.microsoft.com/office/drawing/2014/main" id="{5814698D-94A0-B4F7-9EB5-4134C79D0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571" y="1469488"/>
            <a:ext cx="3014589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5271449/search_images/b8a61fbd640ba1906f0aa4aa492900833e5993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75" y="1238250"/>
            <a:ext cx="333375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194434"/>
            <a:ext cx="3925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834516"/>
            <a:ext cx="35433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→ seconds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effort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issue resolution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communication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1922148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02792" y="2562225"/>
            <a:ext cx="2538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Review Insight Agent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43685" y="2981325"/>
            <a:ext cx="185651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Smart. Fast. Actionable.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174</Words>
  <Application>Microsoft Office PowerPoint</Application>
  <PresentationFormat>On-screen Show (16:9)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Hema Sai Lakshmi</cp:lastModifiedBy>
  <cp:revision>6</cp:revision>
  <dcterms:created xsi:type="dcterms:W3CDTF">2025-12-09T09:12:15Z</dcterms:created>
  <dcterms:modified xsi:type="dcterms:W3CDTF">2025-12-09T09:39:55Z</dcterms:modified>
</cp:coreProperties>
</file>